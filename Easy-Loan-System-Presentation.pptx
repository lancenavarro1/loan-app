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Easy Loan System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Web-based loan application and management platform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Fast borrower registration, loan application, document verification, payment tracking, and admin review.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Designed for borrowers, administrators, staff, and support teams.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01</a:t>
            </a:r>
            <a:endParaRPr lang="en-US" sz="1450"/>
          </a:p>
        </p:txBody>
      </p:sp>
      <p:sp>
        <p:nvSpPr>
          <p:cNvPr id="10" name="Shape 10"/>
          <p:cNvSpPr/>
          <p:nvPr/>
        </p:nvSpPr>
        <p:spPr>
          <a:xfrm>
            <a:off x="1050000" y="520000"/>
            <a:ext cx="2700000" cy="330000"/>
          </a:xfrm>
          <a:prstGeom prst="roundRect">
            <a:avLst/>
          </a:prstGeom>
          <a:solidFill>
            <a:srgbClr val="DCFFF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260000" y="590000"/>
            <a:ext cx="230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>
                <a:solidFill>
                  <a:srgbClr val="006C49"/>
                </a:solidFill>
                <a:latin typeface="Aptos"/>
              </a:rPr>
              <a:t>System Presentation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Project Overview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Purpose of the system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Provides a digital process for applying, reviewing, approving, and monitoring loans.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Improves transparency through loan status pages, payment history, receipts, and notifications.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Centralizes admin operations such as user management, loan plans, reports, security, and settings.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02</a:t>
            </a:r>
            <a:endParaRPr lang="en-US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Main User Modules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Borrower-facing features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Account registration, login, OTP verification, password reset, profile editing, and security settings.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Loan application form, loan status, loan details, and loan history.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Document upload and verification status for borrower requirements.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Payment upload, receipts, payment history, notifications, support tickets, FAQ, and live chat pages.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03</a:t>
            </a:r>
            <a:endParaRPr lang="en-US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Admin Modules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Back-office management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Admin dashboard with statistics, analytics, activity logs, and operational summaries.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Loan application review with pending, approved, rejected, details, and status management pages.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Borrower verification tools for KYC, valid ID review, income verification, and document checks.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Payment management for confirmations, overdue payments, penalties, receipts, and payment details.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04</a:t>
            </a:r>
            <a:endParaRPr lang="en-US" sz="14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Staff, Security, and Settings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Control and governance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Staff and admin management includes staff lists, roles, permissions, activity, and add/edit workflows.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Security pages include two-factor authentication, login history, backup and restore, and security settings.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System settings cover company profile, general settings, loan settings, payment settings, email, SMS, and theme options.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05</a:t>
            </a:r>
            <a:endParaRPr lang="en-US" sz="1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Loan Application Flow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Typical borrower journey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1. Borrower registers or logs in to the system.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2. Borrower completes profile details and submits loan requirements.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3. Borrower fills out and submits the loan application form.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4. Admin reviews documents, verifies eligibility, and updates the loan status.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5. Borrower receives updates, makes payments, and tracks receipts/history.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06</a:t>
            </a:r>
            <a:endParaRPr lang="en-US" sz="14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Administrative Workflow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How staff process loans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Monitor incoming applications from the admin dashboard.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Review borrower documents, valid IDs, income proof, and KYC information.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Approve or reject loan applications based on requirements and configured loan plans.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Track payments, confirm uploaded proof of payment, and manage overdue accounts or penalties.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Generate borrower, loan, payment, revenue, and monthly statistic reports.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07</a:t>
            </a:r>
            <a:endParaRPr lang="en-US" sz="1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Key Benefits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Value delivered by the system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Reduces manual paperwork and keeps borrower records organized.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Makes the loan process clearer for users through visible statuses and histories.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Supports faster admin review with dedicated pages for each operational task.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Improves accountability with activity logs, reports, security pages, and role management.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08</a:t>
            </a:r>
            <a:endParaRPr lang="en-US" sz="1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Technology Structure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Project organization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Frontend screens are organized into user, admin, settings, templates, and static folders.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Static assets include shared CSS, JavaScript, and the Easy Loan icon.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A Django project structure exists under ezloan with app files for loans, URLs, models, views, and migrations.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Scripts are included for generating groups of admin, user, support, security, notification, staff, and settings pages.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09</a:t>
            </a:r>
            <a:endParaRPr lang="en-US" sz="14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550000" cy="7500000"/>
          </a:xfrm>
          <a:prstGeom prst="rect">
            <a:avLst/>
          </a:prstGeom>
          <a:solidFill>
            <a:srgbClr val="006C4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550000" y="0"/>
            <a:ext cx="95000" cy="7500000"/>
          </a:xfrm>
          <a:prstGeom prst="rect">
            <a:avLst/>
          </a:prstGeom>
          <a:solidFill>
            <a:srgbClr val="131B2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50000" y="900000"/>
            <a:ext cx="89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900" b="1">
                <a:solidFill>
                  <a:srgbClr val="131B2E"/>
                </a:solidFill>
                <a:latin typeface="Aptos"/>
              </a:rPr>
              <a:t>Conclusion</a:t>
            </a:r>
            <a:endParaRPr lang="en-US" sz="3900"/>
          </a:p>
        </p:txBody>
      </p:sp>
      <p:sp>
        <p:nvSpPr>
          <p:cNvPr id="6" name="Text 6"/>
          <p:cNvSpPr txBox="1"/>
          <p:nvPr/>
        </p:nvSpPr>
        <p:spPr>
          <a:xfrm>
            <a:off x="1060000" y="1610000"/>
            <a:ext cx="87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>
                <a:solidFill>
                  <a:srgbClr val="006C49"/>
                </a:solidFill>
                <a:latin typeface="Aptos"/>
              </a:rPr>
              <a:t>System summary</a:t>
            </a:r>
            <a:endParaRPr lang="en-US" sz="1850"/>
          </a:p>
        </p:txBody>
      </p:sp>
      <p:sp>
        <p:nvSpPr>
          <p:cNvPr id="7" name="Shape 7"/>
          <p:cNvSpPr/>
          <p:nvPr/>
        </p:nvSpPr>
        <p:spPr>
          <a:xfrm>
            <a:off x="1050000" y="2280000"/>
            <a:ext cx="10600000" cy="372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6C6CD"/>
            </a:solidFill>
          </a:ln>
        </p:spPr>
      </p:sp>
      <p:sp>
        <p:nvSpPr>
          <p:cNvPr id="8" name="Bullets 8"/>
          <p:cNvSpPr txBox="1"/>
          <p:nvPr/>
        </p:nvSpPr>
        <p:spPr>
          <a:xfrm>
            <a:off x="1430000" y="2620000"/>
            <a:ext cx="9820000" cy="3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Easy Loan is a complete loan management interface for both borrowers and administrators.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It covers the full process from application and verification to payment tracking, reporting, support, and security.</a:t>
            </a:r>
            <a:endParaRPr lang="en-US" sz="2050"/>
          </a:p>
          <a:p>
            <a:pPr marL="342900" indent="-171450">
              <a:buChar char="•"/>
            </a:pPr>
            <a:r>
              <a:rPr lang="en-US" sz="2050">
                <a:solidFill>
                  <a:srgbClr val="191C1E"/>
                </a:solidFill>
                <a:latin typeface="Aptos"/>
              </a:rPr>
              <a:t>The system can be extended with database-backed workflows, authentication, notifications, and report export features.</a:t>
            </a:r>
            <a:endParaRPr lang="en-US" sz="2050"/>
          </a:p>
        </p:txBody>
      </p:sp>
      <p:sp>
        <p:nvSpPr>
          <p:cNvPr id="9" name="Text 9"/>
          <p:cNvSpPr txBox="1"/>
          <p:nvPr/>
        </p:nvSpPr>
        <p:spPr>
          <a:xfrm>
            <a:off x="11150000" y="687000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50" b="1">
                <a:solidFill>
                  <a:srgbClr val="45464D"/>
                </a:solidFill>
                <a:latin typeface="Aptos"/>
              </a:rPr>
              <a:t>10</a:t>
            </a:r>
            <a:endParaRPr lang="en-US" sz="1450"/>
          </a:p>
        </p:txBody>
      </p:sp>
      <p:sp>
        <p:nvSpPr>
          <p:cNvPr id="10" name="Shape 10"/>
          <p:cNvSpPr/>
          <p:nvPr/>
        </p:nvSpPr>
        <p:spPr>
          <a:xfrm>
            <a:off x="1050000" y="520000"/>
            <a:ext cx="2700000" cy="330000"/>
          </a:xfrm>
          <a:prstGeom prst="roundRect">
            <a:avLst/>
          </a:prstGeom>
          <a:solidFill>
            <a:srgbClr val="DCFFF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260000" y="590000"/>
            <a:ext cx="230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>
                <a:solidFill>
                  <a:srgbClr val="006C49"/>
                </a:solidFill>
                <a:latin typeface="Aptos"/>
              </a:rPr>
              <a:t>Prepared 2026-05-25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sy Loan Theme">
  <a:themeElements>
    <a:clrScheme name="EasyLoan">
      <a:dk1>
        <a:srgbClr val="191C1E"/>
      </a:dk1>
      <a:lt1>
        <a:srgbClr val="FFFFFF"/>
      </a:lt1>
      <a:dk2>
        <a:srgbClr val="131B2E"/>
      </a:dk2>
      <a:lt2>
        <a:srgbClr val="F7F9FB"/>
      </a:lt2>
      <a:accent1>
        <a:srgbClr val="006C49"/>
      </a:accent1>
      <a:accent2>
        <a:srgbClr val="004395"/>
      </a:accent2>
      <a:accent3>
        <a:srgbClr val="DCFFF0"/>
      </a:accent3>
      <a:accent4>
        <a:srgbClr val="D8E2FF"/>
      </a:accent4>
      <a:accent5>
        <a:srgbClr val="45464D"/>
      </a:accent5>
      <a:accent6>
        <a:srgbClr val="C6C6CD"/>
      </a:accent6>
      <a:hlink>
        <a:srgbClr val="004395"/>
      </a:hlink>
      <a:folHlink>
        <a:srgbClr val="006C49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EasyLo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Easy Loan System Presentation</dc:title>
  <dc:creator>Codex</dc:creator>
  <dcterms:created xsi:type="dcterms:W3CDTF">2026-05-25T00:00:00Z</dcterms:created>
</cp:coreProperties>
</file>